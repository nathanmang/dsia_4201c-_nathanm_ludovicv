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Comforta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omfortaa-bold.fntdata"/><Relationship Id="rId14" Type="http://schemas.openxmlformats.org/officeDocument/2006/relationships/font" Target="fonts/Comforta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a64e2587e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a64e2587e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6433957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16433957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a86c94f1c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a86c94f1c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a86c94f1cf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a86c94f1cf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61425" y="146750"/>
            <a:ext cx="8702100" cy="48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Consignes</a:t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- Vous devez scraper des données sur le site web de votre choix</a:t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- Stocker ces données dans une BDD</a:t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- Afficher les données sur un site web avec la techno de votre choix (Flask, Dash, etc...)</a:t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- Les services de votre projet devront tourner sur des containers Docker</a:t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- Rédiger une documentation technique et fonctionnelle de votre projet (comment le lancer, choix techniques, etc...)</a:t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- Votre projet doit être disponible sur un repository github (nous inviter si il est privé)</a:t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Bonus</a:t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- Utilisation de docker-compose</a:t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- Scraping en temps réel</a:t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- Moteur de recherche avec Elastic Search</a:t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- Utilisation de Redis</a:t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Pré requis</a:t>
            </a:r>
            <a:endParaRPr b="1"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omfortaa"/>
              <a:buChar char="-"/>
            </a:pPr>
            <a:r>
              <a:rPr lang="fr" sz="1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En binôme</a:t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omfortaa"/>
              <a:buChar char="-"/>
            </a:pPr>
            <a:r>
              <a:rPr lang="fr" sz="1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Projet dispo sur Github</a:t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179977" cy="4838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 b="15127" l="16600" r="16271" t="15701"/>
          <a:stretch/>
        </p:blipFill>
        <p:spPr>
          <a:xfrm>
            <a:off x="4514325" y="584875"/>
            <a:ext cx="3764699" cy="4110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15127" l="16600" r="16271" t="15701"/>
          <a:stretch/>
        </p:blipFill>
        <p:spPr>
          <a:xfrm>
            <a:off x="4514325" y="584875"/>
            <a:ext cx="3764699" cy="41107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594625" y="475700"/>
            <a:ext cx="2623800" cy="42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|---+ Scrapy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|--- Dockerfile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|--- requirements.txt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|---+ crawler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     |--- ...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     |--- ...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|---+ Api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|--- Dockerfile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|--- requirements.txt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|---+ app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     |--- ...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     |--- ...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|--- docker-compose.yml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|--- Pipfile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|--- README.md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|--- .gitignore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594625" y="475700"/>
            <a:ext cx="2623800" cy="42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|---+ Scrapy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|--- Dockerfile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|--- requirements.txt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|---+ crawler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     |--- ...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     |--- ...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|---+ Api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|--- Dockerfile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|--- requirements.txt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|---+ app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     |--- ...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         |--- ...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|--- docker-compose.yml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|--- Pipfile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|--- README.md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|--- .gitignore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 b="11753" l="11866" r="12064" t="12171"/>
          <a:stretch/>
        </p:blipFill>
        <p:spPr>
          <a:xfrm>
            <a:off x="4207100" y="395386"/>
            <a:ext cx="4288599" cy="43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